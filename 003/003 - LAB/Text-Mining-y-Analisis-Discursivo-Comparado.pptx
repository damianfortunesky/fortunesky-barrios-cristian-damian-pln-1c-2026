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Instrument Sans Medium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Inter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659856"/>
            <a:ext cx="3476030" cy="426244"/>
          </a:xfrm>
          <a:prstGeom prst="roundRect">
            <a:avLst>
              <a:gd name="adj" fmla="val 6386"/>
            </a:avLst>
          </a:prstGeom>
          <a:solidFill>
            <a:srgbClr val="4A030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727841"/>
            <a:ext cx="32038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TRABAJO PRÁCTICO INTEGRADOR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176826"/>
            <a:ext cx="117607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Text Mining y Análisis Discursivo Comparado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42257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Cristian Damián Fortunesky Barrios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438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trabajo aplica técnicas de procesamiento del lenguaje natural (NLP) para comparar dos grupos de textos y revelar diferencias en su encuadre discursivo mediante análisis cuantitativo y cualitativo.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4868"/>
            <a:ext cx="91896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Pregunta de investigación y corpus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7275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02234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2351365"/>
            <a:ext cx="283488" cy="226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29076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central: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¿Cómo cambia el encuadre discursivo entre los grupos de textos?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311247"/>
            <a:ext cx="31783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Composición del corpus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005739"/>
            <a:ext cx="13042821" cy="3378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8 documentos, 4 por grupo.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Comparo 2 series periodisticas sobre ia en medios argentinos.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8 textos tratan sobre la adopcion de la ia en areas de politica publica y trabajo.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grupo prioriza promesas de eficiencia y rendimiento; el otro enfatiza derechos, control democratico, efectos distributivos.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muestra es pequeña y no representa todo el ecosistema mediatico argentino.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grupo coincide con un medio distinto, por lo que la diferencia puede deberse al estilo editorial y no solo el tema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textos son de genero periodistico;  no incluyen entrevistas completas ni cobertura audiovisual.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370"/>
            <a:ext cx="5928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Pipeline metodológico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625" y="1836777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4546" y="3043503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Comparación discursiva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120" y="3044725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Modelado BoW/TF-IDF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0307" y="3044725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Análisis de observables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3493" y="3044725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Preprocesamiento</a:t>
            </a:r>
            <a:endParaRPr lang="en-US" sz="23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3636" y="3044725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Carga y validación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68294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flujo de trabajo integra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la normalización lingüística (lematización y eliminación de stopwords) y dos modelos de representación textual: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BoW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la centralidad temática 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la distintividad discursiva.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8769"/>
            <a:ext cx="561748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Hallazgos comparativos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48909"/>
            <a:ext cx="5645110" cy="564511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748909"/>
            <a:ext cx="5645110" cy="56451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1780" y="3334226"/>
            <a:ext cx="29415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Lectura de los resultados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71780" y="3836789"/>
            <a:ext cx="6272451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A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presenta un encuadre institucional: predominan actores oficiales y un registro formal. El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B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adopta una perspectiva de conflicto social, con mayor presencia de actores ciudadanos y lenguaje crítico.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571780" y="5243155"/>
            <a:ext cx="627245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BoW: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identifica la centralidad temática compartida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revela la distintividad discursiva de cada grupo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071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de términos según Bag of Words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04524"/>
            <a:ext cx="4669155" cy="462224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705" y="1904524"/>
            <a:ext cx="5620226" cy="47151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71299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96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de términos según TF-IDF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02857"/>
            <a:ext cx="4876800" cy="463819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705" y="1902857"/>
            <a:ext cx="5242203" cy="46789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83705" y="6836926"/>
            <a:ext cx="706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2495"/>
            <a:ext cx="7097197" cy="831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5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Escritura interpretativa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93790" y="2071568"/>
            <a:ext cx="13042821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pPr algn="l" indent="0" marL="0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ecorte y comparacion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3790" y="2612469"/>
            <a:ext cx="1304282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contraste enfrenta dos modos de enunciacion de la ia: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"inovacion/eficiencia"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frente a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A4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"derechos/gobernanza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3509962"/>
            <a:ext cx="13042821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distante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93790" y="4050863"/>
            <a:ext cx="13042821" cy="272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"inovacion/eficiencia"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predominan terminos asociados a adopcion, solución y mejora de desempeño.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A4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"derechos/gobernanza"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ganan peso los terminos ligados a regulacion, riesgos y accountability (sesgo, auditoria, derechos, control, gobernanza).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BoW mostro el vocabulario de mayor volumen en cadaserie.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permitio detectar terminos menos frecuentes globalmente pero mas especificos de cada encuadre discursivo.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Ese cruce evito confundir frecuencia con relevancia interpretativa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3790" y="6960394"/>
            <a:ext cx="13042821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1065"/>
            <a:ext cx="60502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Escritura interpretativa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505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Lectura cercana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45061"/>
            <a:ext cx="13042821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volver a los fragmentos, los terminos distintivos adquieren funcion argumentativa: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"inovacion/eficiencia"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ia aparece como infraestructura de  apoyo para aumentar productividad y resultados.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A4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"derechos/gobernanza"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ia se presenta como objeto de disputa politica: quien define criterios, como se audita y que garantias protegen a los afectados.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diferencia no es solo lexica: cambia el foco enunciativo. Un grupo formula "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potencial de uso"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el otro,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A4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"condiciones de legitimidad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 de ese uso.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60155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1725"/>
            <a:ext cx="60502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Escritura interpretativa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12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Lectura cercana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15722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visualizaciones más utiles para este corpus fueron: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Barras de documentos y palabras por grupo (control de comparabilidad)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 TF-IDF (separación de vocabulario distintivo)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031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Limites del enfoque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197673"/>
            <a:ext cx="13042821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representaciones sparce no capturan matices pragmáticos ni posicionamientos implícitos.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término puede concentrarse por repetición temática de una nota y no por centralidad discursiva estable.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eso, las conclusiones se sostienen como lectura situada del corpus seleccionado, triangulando frecuencia, especificidad y fragmentos textuales.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995"/>
            <a:ext cx="109052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Vuelta al fragmento: validación cualitativa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0193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resultados cuantitativos se contrastaron con fragmentos reales extraídos del corpus para garantizar la interpretación contextualizada.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8289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408289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340185"/>
            <a:ext cx="5204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Confirmación de diferencias discursivas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830604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fragmentos evidencian variaciones en el léxico, los actores mencionados y la posición enunciativa de cada grupo.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408289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408289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4340185"/>
            <a:ext cx="34067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Coherencia metodológica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4830604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análisis cualitativo respalda los patrones detectados por BoW y TF-IDF, validando la solidez del enfoque mixto.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2212"/>
            <a:ext cx="82728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Conclusión y límites del estudio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551152"/>
            <a:ext cx="6571417" cy="4176117"/>
          </a:xfrm>
          <a:prstGeom prst="roundRect">
            <a:avLst>
              <a:gd name="adj" fmla="val 815"/>
            </a:avLst>
          </a:prstGeom>
          <a:solidFill>
            <a:srgbClr val="FDC4C4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777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Conclusión principal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359110"/>
            <a:ext cx="611778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identificaron diferencias discursivas claras y sistemáticas entre los dos grupos, confirmando que el encuadre varía según la posición enunciativa de los textos.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777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Límites a considerar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532" y="3398758"/>
            <a:ext cx="340162" cy="3401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36637" y="3387447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Tamaño del corpus: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muestras reducidas pueden limitar la representatividad estadística.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4578191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36637" y="4566880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Sesgo de fuentes: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selección de medios y autores condiciona los resultados.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4532" y="5757624"/>
            <a:ext cx="340162" cy="3401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6637" y="5746313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del método: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análisis detecta patrones, no verdades absolutas.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2026-04-30T19:44:41Z</dcterms:created>
  <dcterms:modified xsi:type="dcterms:W3CDTF">2026-04-30T19:44:41Z</dcterms:modified>
</cp:coreProperties>
</file>